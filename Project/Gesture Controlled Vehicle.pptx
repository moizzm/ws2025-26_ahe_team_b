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Gesture Controlled Vehicle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r>
              <a:rPr lang="en-US" altLang="zh-CN">
                <a:sym typeface="+mn-ea"/>
              </a:rPr>
              <a:t>TEAM B</a:t>
            </a:r>
            <a:endParaRPr lang="en-US" altLang="zh-CN">
              <a:sym typeface="+mn-ea"/>
            </a:endParaRPr>
          </a:p>
          <a:p>
            <a:r>
              <a:rPr lang="en-US" altLang="zh-CN" b="1"/>
              <a:t>Rubyet Kamal </a:t>
            </a:r>
            <a:endParaRPr lang="en-US" altLang="zh-CN" b="1"/>
          </a:p>
          <a:p>
            <a:r>
              <a:rPr lang="en-US" altLang="zh-CN" b="1"/>
              <a:t>Yuming Wang</a:t>
            </a:r>
            <a:endParaRPr lang="en-US" altLang="zh-CN" b="1"/>
          </a:p>
          <a:p>
            <a:r>
              <a:rPr lang="en-US" altLang="zh-CN" b="1"/>
              <a:t>Moiz Malik</a:t>
            </a:r>
            <a:endParaRPr lang="en-US" altLang="zh-CN" b="1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Equipment Used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Diligent Bluetooth Pmod</a:t>
            </a:r>
            <a:endParaRPr lang="en-US" altLang="zh-CN"/>
          </a:p>
          <a:p>
            <a:r>
              <a:rPr lang="en-US" altLang="zh-CN"/>
              <a:t>Acceleration meter inside FPGA</a:t>
            </a:r>
            <a:endParaRPr lang="en-US" altLang="zh-CN"/>
          </a:p>
          <a:p>
            <a:r>
              <a:rPr lang="en-US" altLang="zh-CN"/>
              <a:t>ESP32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IP Block Diagram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b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3180"/>
            <a:ext cx="11966575" cy="54438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Function Target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Moving FPGA will lead to acceleration/deacceleration of the vehicle.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WPS 演示</Application>
  <PresentationFormat>宽屏</PresentationFormat>
  <Paragraphs>21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九章算术</cp:lastModifiedBy>
  <cp:revision>157</cp:revision>
  <dcterms:created xsi:type="dcterms:W3CDTF">2019-06-19T02:08:00Z</dcterms:created>
  <dcterms:modified xsi:type="dcterms:W3CDTF">2026-01-11T14:19:22Z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985DAA56F2354F9AB160BE7FD090F8E1_11</vt:lpwstr>
  </property>
</Properties>
</file>